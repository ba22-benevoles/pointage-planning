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91440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958" y="115580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Pointage &amp; Planning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15468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nouvel outil numérique pour la Banque Alimentaire de Lannion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Fonctionnement · Coût · Avantages et limites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 nouvel outil 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L'ancien système reposait sur un seul fichier Excel, sur un seul ordinateur.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3566160"/>
          </a:xfrm>
          <a:prstGeom prst="roundRect">
            <a:avLst>
              <a:gd name="adj" fmla="val 317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909572" y="2240280"/>
            <a:ext cx="731520" cy="731520"/>
          </a:xfrm>
          <a:prstGeom prst="ellipse">
            <a:avLst/>
          </a:prstGeom>
          <a:solidFill>
            <a:srgbClr val="B4462F"/>
          </a:solidFill>
          <a:ln/>
        </p:spPr>
      </p:sp>
      <p:pic>
        <p:nvPicPr>
          <p:cNvPr id="6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137" y="24158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15468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2813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panne, une mauvaise manipulation, un fichier corrompu — des mois de données perdues sans recours.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7784" y="1920240"/>
            <a:ext cx="3453384" cy="3566160"/>
          </a:xfrm>
          <a:prstGeom prst="roundRect">
            <a:avLst>
              <a:gd name="adj" fmla="val 3177"/>
            </a:avLst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5728716" y="2240280"/>
            <a:ext cx="731520" cy="731520"/>
          </a:xfrm>
          <a:prstGeom prst="ellipse">
            <a:avLst/>
          </a:prstGeom>
          <a:solidFill>
            <a:srgbClr val="B4462F"/>
          </a:solidFill>
          <a:ln/>
        </p:spPr>
      </p:sp>
      <p:pic>
        <p:nvPicPr>
          <p:cNvPr id="11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281" y="24158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6384" y="315468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Lourd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87824" y="3703320"/>
            <a:ext cx="2813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pointage, chaque congé demandait une saisie manuelle — le fichier grossissait, ralentissait, devenait risqué à maintenir.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86928" y="1920240"/>
            <a:ext cx="3453384" cy="3566160"/>
          </a:xfrm>
          <a:prstGeom prst="roundRect">
            <a:avLst>
              <a:gd name="adj" fmla="val 3177"/>
            </a:avLst>
          </a:prstGeom>
          <a:solidFill>
            <a:srgbClr val="F5F5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547860" y="2240280"/>
            <a:ext cx="731520" cy="731520"/>
          </a:xfrm>
          <a:prstGeom prst="ellipse">
            <a:avLst/>
          </a:prstGeom>
          <a:solidFill>
            <a:srgbClr val="B4462F"/>
          </a:solidFill>
          <a:ln/>
        </p:spPr>
      </p:sp>
      <p:pic>
        <p:nvPicPr>
          <p:cNvPr id="16" name="Image 2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425" y="241584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5528" y="315468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Dépendant d'une personne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506968" y="3703320"/>
            <a:ext cx="2813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sauvegarde automatique, aucune continuité garantie si la personne qui le maintenait n'était plus disponible.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web autonome, sans logiciel à installer, connecté à des services gérés.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32888" cy="3749040"/>
          </a:xfrm>
          <a:prstGeom prst="roundRect">
            <a:avLst>
              <a:gd name="adj" fmla="val 3610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449324" y="228600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6" name="Image 0" descr="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4889" y="24615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2004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web (HTML/JS)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Kiosque de pointage,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espace bénévole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081528" y="3520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01568" y="1965960"/>
            <a:ext cx="2532888" cy="3749040"/>
          </a:xfrm>
          <a:prstGeom prst="roundRect">
            <a:avLst>
              <a:gd name="adj" fmla="val 3610"/>
            </a:avLst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4302252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817" y="246156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38728" y="32004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3657600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authentification, automatisations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5934456" y="3520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54496" y="1965960"/>
            <a:ext cx="2532888" cy="3749040"/>
          </a:xfrm>
          <a:prstGeom prst="roundRect">
            <a:avLst>
              <a:gd name="adj" fmla="val 3610"/>
            </a:avLst>
          </a:prstGeom>
          <a:solidFill>
            <a:srgbClr val="F5F5F5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5180" y="228600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8" name="Image 2" descr="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745" y="24615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1656" y="32004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37376" y="3657600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ligne des pages,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en un clic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787384" y="3520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107424" y="1965960"/>
            <a:ext cx="2532888" cy="3749040"/>
          </a:xfrm>
          <a:prstGeom prst="roundRect">
            <a:avLst>
              <a:gd name="adj" fmla="val 3610"/>
            </a:avLst>
          </a:prstGeom>
          <a:solidFill>
            <a:srgbClr val="F5F5F5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08108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3" descr="icons/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3673" y="246156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44584" y="32004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290304" y="3657600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automatique du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alertes, liens de connexion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serveur à gérer soi-même — tout repose sur des plateformes gérées, avec sauvegardes automatiques.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 — Le pointage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868680" cy="86868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4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1580083"/>
            <a:ext cx="451714" cy="4517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13258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en quelques secondes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8745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ou numéro à 3 chiffres, un clic — arrivée et départ enregistrés automatiquement.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" y="2971800"/>
            <a:ext cx="868680" cy="86868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8" name="Image 1" descr="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" y="3180283"/>
            <a:ext cx="451714" cy="45171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20240" y="29260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automatique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34747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session oubliée se ferme automatiquement la nuit suivante (arrivée + 3h), sans intervention.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31520" y="4572000"/>
            <a:ext cx="868680" cy="86868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2" name="Image 2" descr="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4780483"/>
            <a:ext cx="451714" cy="45171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920240" y="45262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Restreint au bon endroit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920240" y="50749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pointage peut être limité au poste physique de la Banque Alimentaire, avec une exception pour les bénévoles agissant à distance.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 — Le planning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1580083"/>
            <a:ext cx="451714" cy="4517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13258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automatique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8745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semaine se génère seule à partir des jours habituels et postes de chacun — puis se valide et se modifie librement.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" y="297180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" y="3180283"/>
            <a:ext cx="451714" cy="45171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20240" y="29260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particuliers gérés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34747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 vers Saint-Brieuc, accompagnants, salariés sur plusieurs postes, seuils d'alerte si un poste se vide.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31520" y="457200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icons/envelo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4780483"/>
            <a:ext cx="451714" cy="45171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920240" y="45262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automatique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920240" y="50749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planning validé part chaque vendredi par email à tous les bénévoles, avec un message optionnel.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Autonomie des bénévoles &amp; protection des données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5448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708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espace personnel, sans mot de passe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par lien reçu par email (aucun mot de passe à retenir)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du planning, semaine courante et suivante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86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et annulation d'absences en autonomie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663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à distance possible pour certains profils (ex. relation publique)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5544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79" y="170809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60920" y="1600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et sécurité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automatique des données après un départ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admin protégé (email + mot de passe)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537960" y="3886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bénévole ne voit que ses propres informations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537960" y="4663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sécurisé, basé dans l'Union européenne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Combien ça coûte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32888" cy="2743200"/>
          </a:xfrm>
          <a:prstGeom prst="roundRect">
            <a:avLst>
              <a:gd name="adj" fmla="val 3610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57400"/>
            <a:ext cx="253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9718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8328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en bénévolat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01568" y="1737360"/>
            <a:ext cx="2532888" cy="2743200"/>
          </a:xfrm>
          <a:prstGeom prst="roundRect">
            <a:avLst>
              <a:gd name="adj" fmla="val 361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01568" y="2057400"/>
            <a:ext cx="253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29718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338328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gratuite Supabase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(suffisante à ce jour)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1737360"/>
            <a:ext cx="2532888" cy="2743200"/>
          </a:xfrm>
          <a:prstGeom prst="roundRect">
            <a:avLst>
              <a:gd name="adj" fmla="val 361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54496" y="2057400"/>
            <a:ext cx="253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~9 $/mois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9718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web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338328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Netlify, offre payante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plus de marge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07424" y="1737360"/>
            <a:ext cx="2532888" cy="2743200"/>
          </a:xfrm>
          <a:prstGeom prst="roundRect">
            <a:avLst>
              <a:gd name="adj" fmla="val 3610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07424" y="2057400"/>
            <a:ext cx="253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244584" y="29718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38328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gratuite Brevo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(jusqu'à 300/jour)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titre de comparaison, un développement professionnel équivalent se chiffrerait en dizaines de milliers d'euros.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 et limites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EAF2E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087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65140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240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Fiable : sauvegardes automatiques, plus de fichier fragile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620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: pointer prend quelques secondes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838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des bénévoles pour leurs congés et leur planning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10565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automatiques (heures, kilomètres, bilans)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7274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 en cas de désistement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5349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documenté, transmissible à quelqu'un d'autre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0" y="123444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BEAE4"/>
          </a:solidFill>
          <a:ln/>
        </p:spPr>
      </p:sp>
      <p:sp>
        <p:nvSpPr>
          <p:cNvPr id="14" name="Shape 11"/>
          <p:cNvSpPr/>
          <p:nvPr/>
        </p:nvSpPr>
        <p:spPr>
          <a:xfrm>
            <a:off x="6537960" y="1508760"/>
            <a:ext cx="594360" cy="594360"/>
          </a:xfrm>
          <a:prstGeom prst="ellipse">
            <a:avLst/>
          </a:prstGeom>
          <a:solidFill>
            <a:srgbClr val="B4462F"/>
          </a:solidFill>
          <a:ln/>
        </p:spPr>
      </p:sp>
      <p:pic>
        <p:nvPicPr>
          <p:cNvPr id="15" name="Image 1" descr="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1651406"/>
            <a:ext cx="309067" cy="30906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6948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537960" y="2240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une connexion internet (pas de mode hors-ligne)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537960" y="28620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 de services tiers (Supabase, Netlify, Brevo)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537960" y="34838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qui demande des compétences techniques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37960" y="410565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personne assure aujourd'hui cette maintenance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6537960" y="47274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d'association fine «jour → poste précis» sur la fiche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4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64008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ensuite 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33372" y="2011680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4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882" y="220919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17520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CERFA de fin d'année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611880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Bilans déjà prêts (heures, kilomètres) pour les démarches administratives.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82996" y="2011680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8" name="Image 1" descr="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506" y="2209190"/>
            <a:ext cx="427939" cy="42793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98264" y="3017520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à Saint-Brieuc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4535424" y="3611880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et site indépendants envisagés, à partir du même outil, si confirmé.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532620" y="2011680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2" name="Image 2" descr="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130" y="220919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47888" y="3017520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8385048" y="3611880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évolue au fil de l'usage réel — chaque remarque du terrain donne lieu à un ajustement.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0" y="6035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2026-09-25T11:52:46Z</dcterms:created>
  <dcterms:modified xsi:type="dcterms:W3CDTF">2026-09-25T11:52:46Z</dcterms:modified>
</cp:coreProperties>
</file>